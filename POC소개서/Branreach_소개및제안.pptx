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2E356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E35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BRANREACH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 브랜드의 중국 진출,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인플루언서에서 구매까지 하나의 흐름으로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소개 및 제안 자료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Branreach  ·  이태규 대표  ·  E-mail  hello@branreach.com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이런 문제에서 시작했습니다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브랜드가 중국 진출을 시도할 때 마주치는 두 가지 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F4F1EA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822960" cy="82296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3832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인플루언서 협업의 장벽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023360"/>
            <a:ext cx="4343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장벽과 낯선 소통 방식, 어디서 어떻게 섭외해야 할지조차 막막한 경우가 많습니다. 시도했다가 소통에서 막혀 중단하는 브랜드도 적지 않습니다.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F4F1EA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331720"/>
            <a:ext cx="822960" cy="82296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3832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닫혀 있는 플랫폼 구조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023360"/>
            <a:ext cx="4343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샤오홍슈(小红书)는 2025년 3월부터 외부 링크·QR코드 게시를 전면 금지했습니다. 콘텐츠로 관심을 끌어도, 그 관심을 브랜드 사이트 구매로 이어줄 통로가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 저희가 그리는 방향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홍보(인플루언서 매칭)와 판매(구매 유입)가 지금은 분리되어 있습니다.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저희는 이 둘을 하나의 흐름으로 묶는 쇼핑몰 플랫폼이 되고자 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2E35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인플루언서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3246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324612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2E35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샤오홍슈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3246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24612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2E35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Branreach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페이지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3246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326880" y="324612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E854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홍보와 판매가 분리된 경쟁 구도지만, 저희는 이 흐름 전체를 하나로 연결하는 것을 목표로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단계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 그대로 말씀드립니다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4F1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0건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완료된 거래 사례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4F1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1건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029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협의 진행 중인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파트너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7726680" cy="4069080"/>
          </a:xfrm>
          <a:prstGeom prst="roundRect">
            <a:avLst>
              <a:gd name="adj" fmla="val 2697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Branreach는 지금 첫 POC 파트너를 찾고 있는 초기 단계입니다.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3246120"/>
            <a:ext cx="6858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확보한 것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인플루언서 콘텐츠의 조회수·반응 데이터 수준까지 확보했습니다.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없는 것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거래·매출 데이터, 완료된 파트너십 사례는 아직 없습니다.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드리는 제안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함께해주시는 브랜드는 저희와 가장 먼저 실제 데이터를 만들어가는 파트너가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저희를 믿으셔도 되는 이유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사업자는 아직 없지만, 그만큼 검증된 배경과 실행력을 갖추고 시작합니다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F4F1EA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회사 현황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26080"/>
            <a:ext cx="4343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예비창업 단계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사업자등록 전, 예비창업 단계로 준비하고 있습니다.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창업학회 학회장이며, 초기 창업기업·예비창업자를 선발해 성장을 지원하는 배치형 액셀러레이팅 프로그램 NEOSIX 소속입니다.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POC로 실제 데이터를 확보하면, 바로 투자 유치로 이어갈 수 있는 상태입니다.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331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 이태규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926080"/>
            <a:ext cx="4343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 현지 경험 10년 이상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중국에서 10년 넘게 거주하며 현지 언어와 문화를 체득했습니다.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중국어 구사 능통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번역 없이 인플루언서·현지 파트너와 직접 소통합니다.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다릅니다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브랜드가 겪는 '소통이 어려워 중단'하는 문제를 원천적으로 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진행하는 방식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확정부터 발송까지, 7단계로 진행합니다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1600200"/>
            <a:ext cx="1481328" cy="196596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78308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99232" y="2258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품목 · 가격 · 예산 설정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008376" y="2770632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브랜드가 품목, 가격,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예산을 정합니다.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35424" y="1600200"/>
            <a:ext cx="1481328" cy="196596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/>
        </p:spPr>
      </p:sp>
      <p:sp>
        <p:nvSpPr>
          <p:cNvPr id="10" name="Shape 8"/>
          <p:cNvSpPr/>
          <p:nvPr/>
        </p:nvSpPr>
        <p:spPr>
          <a:xfrm>
            <a:off x="5084064" y="178308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8406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258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인플루언서 매칭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70632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Branreach가 맞는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인플루언서를 매칭합니다.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44768" y="1600200"/>
            <a:ext cx="1481328" cy="196596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93408" y="178308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58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샘플 발송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2770632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브랜드가 인플루언서에게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샘플을 보냅니다.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54112" y="1600200"/>
            <a:ext cx="1481328" cy="196596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02752" y="178308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275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27264" y="2258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제작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36408" y="2770632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인플루언서가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콘텐츠를 제작합니다.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30752" y="3840480"/>
            <a:ext cx="1481328" cy="196596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/>
        </p:spPr>
      </p:sp>
      <p:sp>
        <p:nvSpPr>
          <p:cNvPr id="25" name="Shape 23"/>
          <p:cNvSpPr/>
          <p:nvPr/>
        </p:nvSpPr>
        <p:spPr>
          <a:xfrm>
            <a:off x="4279392" y="402336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7939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03904" y="449884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컨펌 후 업로드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813048" y="5010912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컨펌을 거쳐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샤오홍슈에 업로드합니다.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40096" y="3840480"/>
            <a:ext cx="1481328" cy="196596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/>
        </p:spPr>
      </p:sp>
      <p:sp>
        <p:nvSpPr>
          <p:cNvPr id="30" name="Shape 28"/>
          <p:cNvSpPr/>
          <p:nvPr/>
        </p:nvSpPr>
        <p:spPr>
          <a:xfrm>
            <a:off x="5888736" y="402336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8873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13248" y="449884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판매 연결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22392" y="5010912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고객을 구매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페이지로 연결합니다.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49440" y="3840480"/>
            <a:ext cx="1481328" cy="196596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0" y="402336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980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022592" y="449884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주문 안내 · 발송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031736" y="5010912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Branreach가 주문건을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안내, 브랜드가 발송합니다.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" y="6053328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" y="6053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Branreach 플랫폼 수수료 0원  ·  브랜드가 부담하는 비용은 인플루언서 게시물 비용뿐입니다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초기 파트너로 함께하시면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3564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97380"/>
            <a:ext cx="457200" cy="45720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인플루언서 매칭 시 우선순위 배정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3564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875788"/>
            <a:ext cx="457200" cy="45720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875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67004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서비스 출시 후 1개월간 플랫폼 수수료 면제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4845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3564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3854196"/>
            <a:ext cx="457200" cy="45720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8541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64845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톤 · 타겟 등 진행 방향에 브랜드 의견 우선 반영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62686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3564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832604"/>
            <a:ext cx="457200" cy="45720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326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62686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파트너로서 향후 플랫폼 고도화 과정에 함께 참여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2E35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이태규  ·  Branreach 대표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hello@branreach.com   ·   010-9543-9901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2026-09-04T07:18:00Z</dcterms:created>
  <dcterms:modified xsi:type="dcterms:W3CDTF">2026-09-04T07:18:00Z</dcterms:modified>
</cp:coreProperties>
</file>